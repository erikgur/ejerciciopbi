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Heebo Bold" panose="020B0604020202020204" charset="-79"/>
      <p:regular r:id="rId17"/>
    </p:embeddedFont>
    <p:embeddedFont>
      <p:font typeface="Heebo Light" panose="020F0502020204030204" pitchFamily="2" charset="-79"/>
      <p:regular r:id="rId18"/>
    </p:embeddedFont>
    <p:embeddedFont>
      <p:font typeface="Montserrat" panose="020F0502020204030204" pitchFamily="2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85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7562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del Comportamiento de Compra del Cliente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229124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Richard Huerta Quezada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1985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Descripción del Proyecto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775445"/>
            <a:ext cx="2290465" cy="1053182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921966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3.900 compras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228478"/>
            <a:ext cx="19974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Datos transaccionales reales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775445"/>
            <a:ext cx="2290539" cy="1053182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03863" y="1921966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Múltiples categorías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03863" y="2228478"/>
            <a:ext cx="19974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Productos y segmentos diversos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2970386"/>
            <a:ext cx="4722763" cy="1053182"/>
          </a:xfrm>
          <a:prstGeom prst="roundRect">
            <a:avLst>
              <a:gd name="adj" fmla="val 5654"/>
            </a:avLst>
          </a:prstGeom>
          <a:solidFill>
            <a:srgbClr val="31136C"/>
          </a:solidFill>
          <a:ln w="4763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71640" y="3116907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71640" y="3423419"/>
            <a:ext cx="442972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Patrones de gasto, segmentos y suscripciones para decisiones estratégicas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079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Conjunto de Datos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8140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31308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72433" y="1668140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3272433" y="231308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Columnas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48747" y="1668140"/>
            <a:ext cx="259913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6048747" y="2313087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Valores faltantes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48747" y="2619598"/>
            <a:ext cx="259913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 calificación de reseña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6119" y="3059013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Variables clave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493071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Demográficas: edad, género, ubicación, suscripción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Compra: artículo, categoría, importe, temporada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Comportamiento: descuento, promo, frecuencia, valoración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213"/>
            <a:ext cx="8151763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Preparación de Datos en Python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24" y="746001"/>
            <a:ext cx="7867352" cy="3845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3942" y="2069132"/>
            <a:ext cx="1834107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Carga y exploración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71158" y="1188761"/>
            <a:ext cx="1834107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Manejo de faltantes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708653" y="2998413"/>
            <a:ext cx="2568386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Ingeniería de características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996242" y="3895088"/>
            <a:ext cx="2102855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Integración SQL Server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644851"/>
            <a:ext cx="8608963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Flujo de preparación: carga y exploración inicial, imputación de faltantes por mediana, creación de variables derivadas e integración con SQL Server.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2466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Limpieza y Estandarización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2027634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85816" y="2023244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Exploración inicial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385816" y="2329755"/>
            <a:ext cx="426206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y </a:t>
            </a:r>
            <a:r>
              <a:rPr lang="en-US" sz="11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para estadísticas generales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2858765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85816" y="2854375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Imputación de faltantes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385816" y="3160886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Calificación mediana por categoría de producto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78250" y="3675608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85816" y="3671218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Estandarización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385816" y="3977729"/>
            <a:ext cx="426206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Columnas en </a:t>
            </a:r>
            <a:r>
              <a:rPr lang="en-US" sz="11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; eliminación de </a:t>
            </a:r>
            <a:r>
              <a:rPr lang="en-US" sz="11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Análisis SQL: Ingresos y Descuentos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908125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Ingresos por género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2271340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Comparación del gasto total entre hombres y mujeres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339" y="2866727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Usuarios de descuentos con alto gasto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3451399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Clientes con descuento cuyo gasto supera la media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8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Productos y Envíos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18171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5 productos mejor valorados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02842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Media de calificación más alta por artículo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2498229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Envío estándar vs exprés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861444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Comparación del importe medio de compra por tipo de envío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456831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Productos con alta dependencia de descuentos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6119" y="4041502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Top 5 artículos con mayor tasa de uso de descuento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988" y="1432545"/>
            <a:ext cx="5177582" cy="29339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Segmentación de Clientes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32968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Clasificación por historial de compras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84847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Nuevo</a:t>
            </a: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 1 compra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Recurrente</a:t>
            </a: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 2–10 compras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Leal</a:t>
            </a: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: más de 10 compras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910706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Top 3 productos más comprados por categoría usando funciones de ventana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Suscripciones y Panel Power BI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08125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Suscriptores vs No suscriptores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492797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Gasto medio e ingresos totales por estado de suscripción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088184"/>
            <a:ext cx="26282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Compradores recurrentes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451399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¿Los clientes con más de 5 compras se suscriben más?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988" y="1432545"/>
            <a:ext cx="5177582" cy="29339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3049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Recomendaciones Empresariales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29073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7658" y="1629073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Impulsar suscripciones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027658" y="193558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Promocionar beneficios exclusivos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45916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7658" y="2445916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Fidelización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1027658" y="2752427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Recompensar recurrentes para convertirlos en leales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262759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7658" y="3262759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Revisar descuentos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027658" y="3569271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Equilibrar ventas y márgenes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4079602"/>
            <a:ext cx="354360" cy="354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7658" y="4079602"/>
            <a:ext cx="41912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Marketing dirigido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1027658" y="4386114"/>
            <a:ext cx="41912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Enfocar en grupos de edad de mayor ingreso y envío exprés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344</Words>
  <Application>Microsoft Office PowerPoint</Application>
  <PresentationFormat>Presentación en pantalla (16:9)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Montserrat</vt:lpstr>
      <vt:lpstr>Heebo Light</vt:lpstr>
      <vt:lpstr>Heebo Bold</vt:lpstr>
      <vt:lpstr>Consolas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user</cp:lastModifiedBy>
  <cp:revision>2</cp:revision>
  <dcterms:created xsi:type="dcterms:W3CDTF">2026-07-13T00:47:35Z</dcterms:created>
  <dcterms:modified xsi:type="dcterms:W3CDTF">2026-07-13T00:51:06Z</dcterms:modified>
</cp:coreProperties>
</file>